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860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56616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Agile Survey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Exploratory Data Analysis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26771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·  What the Survey Data Tells 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3200400"/>
            <a:ext cx="1828800" cy="1188720"/>
          </a:xfrm>
          <a:prstGeom prst="rect">
            <a:avLst/>
          </a:prstGeom>
          <a:solidFill>
            <a:srgbClr val="1E3A5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32461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188720" y="382219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3200400"/>
            <a:ext cx="1828800" cy="1188720"/>
          </a:xfrm>
          <a:prstGeom prst="rect">
            <a:avLst/>
          </a:prstGeom>
          <a:solidFill>
            <a:srgbClr val="1E3A5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32461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566160" y="382219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3200400"/>
            <a:ext cx="1828800" cy="1188720"/>
          </a:xfrm>
          <a:prstGeom prst="rect">
            <a:avLst/>
          </a:prstGeom>
          <a:solidFill>
            <a:srgbClr val="1E3A5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32461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943600" y="382219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Survey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was measured and how it is organised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EDA  |  Basic Findings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0972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097280"/>
            <a:ext cx="27432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6093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important is each practice?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" y="2103120"/>
            <a:ext cx="2468880" cy="43891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Portfolio Level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3192" y="2651760"/>
            <a:ext cx="2468880" cy="43891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ART Level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3192" y="3200400"/>
            <a:ext cx="2468880" cy="43891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Team Level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10972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16093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is each practice implemented?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103120"/>
            <a:ext cx="2468880" cy="43891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01568" y="210312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Portfolio Level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37560" y="2651760"/>
            <a:ext cx="2468880" cy="43891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01568" y="265176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ART Level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37560" y="3200400"/>
            <a:ext cx="2468880" cy="43891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01568" y="320040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— Team Level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44768" y="10972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44768" y="1097280"/>
            <a:ext cx="274320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44768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36208" y="16093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successful is the organisation?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81928" y="2103120"/>
            <a:ext cx="2468880" cy="43891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45936" y="210312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— Enterprise Outcomes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81928" y="2651760"/>
            <a:ext cx="2468880" cy="43891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45936" y="265176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— Programme Outcomes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81928" y="3200400"/>
            <a:ext cx="2468880" cy="43891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45936" y="320040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— Customer Outcomes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74320" y="46817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questions use a 1–5 scale  (1 = Strongly Disagree / Not at All Important  →  5 = Strongly Agree / Extremely Important)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Responded?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of the 60 survey participants by role, experience, organisation size, and industry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EDA  |  Basic Findings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8595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Scores Across All Sections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rating (1–5) for each of the 9 practice areas — the dotted line marks the overall average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EDA  |  Basic Findings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8229600" cy="3749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scores (Q6–Q8) sit higher than Implementation scores (Q9–Q11) across all three levels — pointing to a consistent gap between intent and practice.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vs Implementation Gap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at each organisational level — how do intention and reality compare?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EDA  |  Basic Findings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74945"/>
          <a:stretch>
            <a:fillRect/>
          </a:stretch>
        </p:blipFill>
        <p:spPr>
          <a:xfrm>
            <a:off x="274320" y="1668554"/>
            <a:ext cx="8348260" cy="235855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largest at Portfolio level — strategy and governance are seen as important but are least consistently implemented.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People Score Each Section?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responses at each rating (1–5) for every section — shows the spread of opinion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EDA  |  Basic Findings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05840"/>
            <a:ext cx="87782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&amp; Lowest Rated Questions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and bottom 10 individual questions by mean score across all 60 respondents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EDA  |  Basic Findings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05840"/>
            <a:ext cx="87782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Sections Relate to Each Other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— darker colour means the two sections tend to move together across respondents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EDA  |  Basic Findings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05840"/>
            <a:ext cx="6400800" cy="3794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correlation between two sections means: organisations that score well on one tend to score well on the other too.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Outcome Scores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respondents rated enterprise-level, programme-level, and customer-facing success outcomes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EDA  |  Basic Findings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229600" cy="3749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Programme-level success (Q13) scores are notably lower — suggesting organisations struggle more at the coordination layer than at team or enterprise levels.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plain-English takeaways from the basic exploratory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|  Scaled Agile Survey EDA  |  Basic Findings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143000"/>
            <a:ext cx="422452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143000"/>
            <a:ext cx="73152" cy="15727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14356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is rated higher than implementation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0624" y="1764792"/>
            <a:ext cx="3931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three organisational levels (Portfolio, ART, Team), respondents believe the practices are important — but say they are not consistently put into practice.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18304" y="1143000"/>
            <a:ext cx="422452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18304" y="1143000"/>
            <a:ext cx="73152" cy="1572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82896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82896" y="14356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biggest at Portfolio level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82896" y="1764792"/>
            <a:ext cx="3931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and governance practices (Q6 &amp; Q9) show the widest gap between importance and implementation, suggesting senior-level adoption lags behind team-level work.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898648"/>
            <a:ext cx="422452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032" y="2898648"/>
            <a:ext cx="73152" cy="1572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" y="29900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0624" y="31912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respondents agree — but there is spread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0624" y="3520440"/>
            <a:ext cx="3931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frequency charts show ratings cluster around 3–4, meaning most respondents lean positive, but there is meaningful disagreement on how well practices are adopted.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18304" y="2898648"/>
            <a:ext cx="422452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18304" y="2898648"/>
            <a:ext cx="73152" cy="15727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82896" y="29900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82896" y="31912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Programme-level success is the weak link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82896" y="3520440"/>
            <a:ext cx="3931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outcome scores (Q12–Q14) are lowest for programme coordination (Q13), pointing to difficulties aligning multiple teams within an Agile Release Train.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61772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survey evidence shows a clear and consistent story: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understand what good Scaled Agile looks like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are still working to make it a consistent reality.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487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Importance scores are above neutral (&gt;3.5) for all nine sections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288950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Implementation scores trail behind at every level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32918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Portfolio-level practices have the widest gap between intent and 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369417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Team-level practices are the most consistently implemented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DANA8411  ·  Scaled Agile Survey  ·  Basic EDA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687</Words>
  <Application>Microsoft Macintosh PowerPoint</Application>
  <PresentationFormat>On-screen Show (16:9)</PresentationFormat>
  <Paragraphs>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DANA8411 Basic EDA Findings</dc:title>
  <dc:subject>PptxGenJS Presentation</dc:subject>
  <dc:creator>PptxGenJS</dc:creator>
  <cp:lastModifiedBy>Ayush Harduth</cp:lastModifiedBy>
  <cp:revision>2</cp:revision>
  <dcterms:created xsi:type="dcterms:W3CDTF">2026-04-21T11:56:25Z</dcterms:created>
  <dcterms:modified xsi:type="dcterms:W3CDTF">2026-04-21T13:18:05Z</dcterms:modified>
</cp:coreProperties>
</file>